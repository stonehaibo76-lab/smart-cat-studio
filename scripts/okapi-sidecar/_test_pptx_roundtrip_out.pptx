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Yanjiang beizhu for slide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Nihao </a:t>
            </a:r>
            <a:r>
              <a:rPr i="1"/>
              <a:t>World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Danyuan 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Danyuan B1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Danyuan 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Danyuan B2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